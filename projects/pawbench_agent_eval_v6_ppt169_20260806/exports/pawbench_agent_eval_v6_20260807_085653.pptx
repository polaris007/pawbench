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关键差异：4.14 错误后能重试恢复 107 次（78.1%），5.28 恢复 0 次。</a:t>
            </a:r>
          </a:p>
          <a:p>
            <a:r>
              <a:rPr lang="zh-CN" dirty="0"/>
              <a:t>• 根因一（核心）：5.28 重构了错误处理为「incomplete-turn + retry 级联」，截断的 tool call 被判定为 incomplete terminal，不进入重试级联，直接放弃；4.14 是简单 error→重试（至多 5 次）。官方 PR openclaw/openclaw #87571 确认了这一架构缺陷。</a:t>
            </a:r>
          </a:p>
          <a:p>
            <a:r>
              <a:rPr lang="zh-CN" dirty="0"/>
              <a:t>• 根因二（诱因）：5.28 的 LLM 输出被更早/更频繁终止——completion_tokens 平均少 64%（2147→1311）、&gt;1000 tokens 任务少 14 个；timeout 时间分散（2.7-13.1min）发生在 LLM 输出阶段，非固定框架超时。</a:t>
            </a:r>
          </a:p>
          <a:p>
            <a:r>
              <a:rPr lang="zh-CN" dirty="0"/>
              <a:t>• 根因三（诱因）：5.28 上下文管理更激进，新增 Context overflow 错误（4.14 从未出现）。</a:t>
            </a:r>
          </a:p>
          <a:p>
            <a:r>
              <a:rPr lang="zh-CN" dirty="0"/>
              <a:t>• 根因四（放大）：截断的 tool call 仍会被执行（PR #97140 揭示 v2026.6.10 前行为），产生副作用后因安全守卫反而禁止重试，导致 0 恢复。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fd55ac1d42cb33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386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3183484" cy="895350"/>
            <a:chOff x="762000" y="4552950"/>
            <a:chExt cx="3183484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错误处理框架变化 · 核心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90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错误后重试至多 5 次，78.1% 恢复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3433877" cy="895350"/>
            <a:chOff x="3943350" y="4552950"/>
            <a:chExt cx="3433877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completion_tokens 少 64%（2147→1311）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38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timeout 分散于 LLM 输出阶段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2952750" cy="895350"/>
            <a:chOff x="762000" y="5581650"/>
            <a:chExt cx="2952750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937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Context 管理更激进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2460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 Context overflow 错误类型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4.14 从未出现此错误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2952750" cy="895350"/>
            <a:chOff x="3943350" y="5581650"/>
            <a:chExt cx="2952750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70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截断调用仍被执行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2359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官方 PR #87571 / #97140 佐证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截断 tool call 不重试且误执行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931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 / #97140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2026-08-07T00:56:56Z</dcterms:created>
  <dcterms:modified xsi:type="dcterms:W3CDTF">2026-08-07T00:56:56Z</dcterms:modified>
  <cp:category/>
  <cp:contentStatus/>
</cp:coreProperties>
</file>