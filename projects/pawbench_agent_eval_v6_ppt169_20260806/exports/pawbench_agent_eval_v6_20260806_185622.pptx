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关键差异：5.28 的 partialArgs 截断次数高达 2,160（4.14 仅 137，约 15.8 倍）；4.14 错误后能重试恢复 107 次，5.28 恢复 0 次。</a:t>
            </a:r>
          </a:p>
          <a:p>
            <a:r>
              <a:rPr lang="zh-CN" dirty="0"/>
              <a:t>• 根因：5.28 架构调整后，LLM 流截断的 tool call 不重试——官方 PR openclaw/openclaw #87571 确认这是已知架构缺陷（truncated tool call 落入 terminal error，不触发重试级联）。</a:t>
            </a:r>
          </a:p>
          <a:p>
            <a:r>
              <a:rPr lang="zh-CN" dirty="0"/>
              <a:t>• 错误类型：timed out / aborted / Context overflow 各约 30%，其中 Context overflow 在 4.14 从未出现。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fd55ac1d42cb33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386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2952750" cy="895350"/>
            <a:chOff x="762000" y="4552950"/>
            <a:chExt cx="2952750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1712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输出流截断 15.8×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350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partialArgs 截断：137 → 2,160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架构调整后高频发生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2952750" cy="895350"/>
            <a:chOff x="3943350" y="4552950"/>
            <a:chExt cx="2952750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截断后不重试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4.14 重试至多 5 次成功恢复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2952750" cy="895350"/>
            <a:chOff x="762000" y="5581650"/>
            <a:chExt cx="2952750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错误类型三分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238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timed out / aborted / Context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overflow 各约 30%（4.14 未见）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2952750" cy="895350"/>
            <a:chOff x="3943350" y="5581650"/>
            <a:chExt cx="2952750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官方证据确认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openclaw/openclaw #87571 确认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截断 tool call 不重试的架构缺陷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8585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2026-08-06T10:56:27Z</dcterms:created>
  <dcterms:modified xsi:type="dcterms:W3CDTF">2026-08-06T10:56:27Z</dcterms:modified>
  <cp:category/>
  <cp:contentStatus/>
</cp:coreProperties>
</file>