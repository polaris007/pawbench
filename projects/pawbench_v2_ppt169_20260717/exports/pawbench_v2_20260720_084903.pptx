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1863090"/>
            <a:ext cx="556173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评测新范式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2686050"/>
            <a:ext cx="1143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2450" y="3150870"/>
            <a:ext cx="852426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832" y="3964305"/>
            <a:ext cx="40165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交叉评测基准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01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810250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041517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40755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40755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810250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041517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40755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40755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86438" y="1815941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平台能力与评测设计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应用场景与集成方式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2026-07-20T00:49:04Z</dcterms:created>
  <dcterms:modified xsi:type="dcterms:W3CDTF">2026-07-20T00:49:04Z</dcterms:modified>
  <cp:category/>
  <cp:contentStatus/>
</cp:coreProperties>
</file>