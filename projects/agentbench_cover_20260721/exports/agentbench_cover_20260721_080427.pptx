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gentbench_cove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gentbench_cove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1489710"/>
            <a:ext cx="33982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spc="225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PAWBENCH · AGENT EVALUATION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2950" y="2099310"/>
            <a:ext cx="818746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基于 PawBench 的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781300"/>
            <a:ext cx="13335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6760" y="3219450"/>
            <a:ext cx="655829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094" y="3847148"/>
            <a:ext cx="515327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三维交叉评测体系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142" y="4369118"/>
            <a:ext cx="606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道标准化任务 · 自动评分引擎 · Docker 内网隔离 · 七维原子能力诊断</a:t>
            </a:r>
          </a:p>
        </p:txBody>
      </p:sp>
      <p:sp>
        <p:nvSpPr>
          <p:cNvPr id="9" name="Rectangle 9"/>
          <p:cNvSpPr/>
          <p:nvPr/>
        </p:nvSpPr>
        <p:spPr>
          <a:xfrm>
            <a:off x="8191500" y="1866900"/>
            <a:ext cx="3238500" cy="3086100"/>
          </a:xfrm>
          <a:prstGeom prst="roundRect">
            <a:avLst>
              <a:gd name="adj" fmla="val 4938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413242" y="21021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三维交叉评测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420100" y="24955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8629650" y="270510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52154" y="2689860"/>
            <a:ext cx="1621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Model · 决定能力上限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420100" y="31813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8629650" y="33909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52154" y="3375660"/>
            <a:ext cx="18035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· 决定稳定落地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420100" y="38671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8629650" y="407670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52154" y="4061460"/>
            <a:ext cx="15440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· 决定任务场景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5147" y="4581049"/>
            <a:ext cx="17249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三者独立评测，定位真实瓶颈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56666" y="6573202"/>
            <a:ext cx="48089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PawBench · 阿里通义实验室 AgentScope 团队出品 · Apache 2.0 开源协议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41964" y="657320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封面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gentbench_cover">
  <a:themeElements>
    <a:clrScheme name="agentbench_cover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agentbench_cov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gentbench_cov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2026-07-21T00:04:27Z</dcterms:created>
  <dcterms:modified xsi:type="dcterms:W3CDTF">2026-07-21T00:04:27Z</dcterms:modified>
  <cp:category/>
  <cp:contentStatus/>
</cp:coreProperties>
</file>