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gentbench_pages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gentbench_pages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470535"/>
            <a:ext cx="480747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选择 PawBench 的 4 大理由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14061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基于 OpenJudge 生态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10879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Apache 2.0 协议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808" y="483870"/>
            <a:ext cx="758936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评测结果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428750"/>
            <a:ext cx="104775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5502" y="1515428"/>
            <a:ext cx="9607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Overall · 110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0" y="1428750"/>
            <a:ext cx="857250" cy="304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051048" y="152352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Text 24+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857500" y="1428750"/>
            <a:ext cx="1238250" cy="3048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980777" y="1523524"/>
            <a:ext cx="9916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Multimodal · 24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905000"/>
            <a:ext cx="10668000" cy="476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47166" y="2086928"/>
            <a:ext cx="5046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28233" y="2010728"/>
            <a:ext cx="5350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Hermes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13334" y="2214562"/>
            <a:ext cx="564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v2026.4.23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43486" y="2010728"/>
            <a:ext cx="69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OpenClaw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08834" y="2214562"/>
            <a:ext cx="564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v2026.4.24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5844" y="2010728"/>
            <a:ext cx="6818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QwenPaw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15395" y="2214562"/>
            <a:ext cx="342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v1.1.3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28497" y="209645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平均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2381250"/>
            <a:ext cx="10668000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6785" y="2469356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claude-opus-4.6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048000" y="2381250"/>
            <a:ext cx="2095500" cy="304800"/>
          </a:xfrm>
          <a:prstGeom prst="rect">
            <a:avLst/>
          </a:prstGeom>
          <a:solidFill>
            <a:srgbClr val="04785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903071" y="24612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78.4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143500" y="2381250"/>
            <a:ext cx="2095500" cy="304800"/>
          </a:xfrm>
          <a:prstGeom prst="rect">
            <a:avLst/>
          </a:prstGeom>
          <a:solidFill>
            <a:srgbClr val="04785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998571" y="24612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76.1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0" y="2381250"/>
            <a:ext cx="2095500" cy="304800"/>
          </a:xfrm>
          <a:prstGeom prst="rect">
            <a:avLst/>
          </a:prstGeom>
          <a:solidFill>
            <a:srgbClr val="04785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094071" y="24612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78.3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334500" y="2381250"/>
            <a:ext cx="2095500" cy="304800"/>
          </a:xfrm>
          <a:prstGeom prst="rect">
            <a:avLst/>
          </a:prstGeom>
          <a:solidFill>
            <a:srgbClr val="04785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189571" y="24612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77.6</a:t>
            </a:r>
          </a:p>
        </p:txBody>
      </p:sp>
      <p:sp>
        <p:nvSpPr>
          <p:cNvPr id="31" name="Line 31"/>
          <p:cNvSpPr/>
          <p:nvPr/>
        </p:nvSpPr>
        <p:spPr>
          <a:xfrm>
            <a:off x="3048000" y="23812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32" name="Line 32"/>
          <p:cNvSpPr/>
          <p:nvPr/>
        </p:nvSpPr>
        <p:spPr>
          <a:xfrm>
            <a:off x="5143500" y="23812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33" name="Line 33"/>
          <p:cNvSpPr/>
          <p:nvPr/>
        </p:nvSpPr>
        <p:spPr>
          <a:xfrm>
            <a:off x="7239000" y="23812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34" name="Line 34"/>
          <p:cNvSpPr/>
          <p:nvPr/>
        </p:nvSpPr>
        <p:spPr>
          <a:xfrm>
            <a:off x="9334500" y="23812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46785" y="2774156"/>
            <a:ext cx="12553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deepseek-v4-pro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048000" y="2686050"/>
            <a:ext cx="20955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903071" y="27660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72.1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143500" y="26860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998571" y="27660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75.4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239000" y="26860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094071" y="27660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75.6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334500" y="26860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189571" y="27660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74.4</a:t>
            </a:r>
          </a:p>
        </p:txBody>
      </p:sp>
      <p:sp>
        <p:nvSpPr>
          <p:cNvPr id="44" name="Line 44"/>
          <p:cNvSpPr/>
          <p:nvPr/>
        </p:nvSpPr>
        <p:spPr>
          <a:xfrm>
            <a:off x="3048000" y="26860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5143500" y="26860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46" name="Line 46"/>
          <p:cNvSpPr/>
          <p:nvPr/>
        </p:nvSpPr>
        <p:spPr>
          <a:xfrm>
            <a:off x="7239000" y="26860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47" name="Line 47"/>
          <p:cNvSpPr/>
          <p:nvPr/>
        </p:nvSpPr>
        <p:spPr>
          <a:xfrm>
            <a:off x="9334500" y="26860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762000" y="2990850"/>
            <a:ext cx="10668000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46785" y="3078956"/>
            <a:ext cx="9839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qwen3.7-max</a:t>
            </a:r>
          </a:p>
        </p:txBody>
      </p:sp>
      <p:sp>
        <p:nvSpPr>
          <p:cNvPr id="50" name="Rectangle 50"/>
          <p:cNvSpPr/>
          <p:nvPr/>
        </p:nvSpPr>
        <p:spPr>
          <a:xfrm>
            <a:off x="2476500" y="3067050"/>
            <a:ext cx="457200" cy="17145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2526476" y="3101816"/>
            <a:ext cx="3572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新文本</a:t>
            </a:r>
          </a:p>
        </p:txBody>
      </p:sp>
      <p:sp>
        <p:nvSpPr>
          <p:cNvPr id="52" name="Rectangle 52"/>
          <p:cNvSpPr/>
          <p:nvPr/>
        </p:nvSpPr>
        <p:spPr>
          <a:xfrm>
            <a:off x="3048000" y="2990850"/>
            <a:ext cx="20955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3903071" y="30708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72.3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143500" y="2990850"/>
            <a:ext cx="20955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998571" y="30708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72.5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239000" y="2990850"/>
            <a:ext cx="2095500" cy="304800"/>
          </a:xfrm>
          <a:prstGeom prst="rect">
            <a:avLst/>
          </a:prstGeom>
          <a:solidFill>
            <a:srgbClr val="047857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094071" y="30708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77.6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334500" y="29908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0189571" y="30708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74.1</a:t>
            </a:r>
          </a:p>
        </p:txBody>
      </p:sp>
      <p:sp>
        <p:nvSpPr>
          <p:cNvPr id="60" name="Line 60"/>
          <p:cNvSpPr/>
          <p:nvPr/>
        </p:nvSpPr>
        <p:spPr>
          <a:xfrm>
            <a:off x="3048000" y="29908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61" name="Line 61"/>
          <p:cNvSpPr/>
          <p:nvPr/>
        </p:nvSpPr>
        <p:spPr>
          <a:xfrm>
            <a:off x="5143500" y="29908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62" name="Line 62"/>
          <p:cNvSpPr/>
          <p:nvPr/>
        </p:nvSpPr>
        <p:spPr>
          <a:xfrm>
            <a:off x="7239000" y="29908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63" name="Line 63"/>
          <p:cNvSpPr/>
          <p:nvPr/>
        </p:nvSpPr>
        <p:spPr>
          <a:xfrm>
            <a:off x="9334500" y="29908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946785" y="3383756"/>
            <a:ext cx="16397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qwen3.6-max-preview</a:t>
            </a:r>
          </a:p>
        </p:txBody>
      </p:sp>
      <p:sp>
        <p:nvSpPr>
          <p:cNvPr id="65" name="Rectangle 65"/>
          <p:cNvSpPr/>
          <p:nvPr/>
        </p:nvSpPr>
        <p:spPr>
          <a:xfrm>
            <a:off x="2476500" y="3371850"/>
            <a:ext cx="457200" cy="17145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2526476" y="3406616"/>
            <a:ext cx="3572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新文本</a:t>
            </a:r>
          </a:p>
        </p:txBody>
      </p:sp>
      <p:sp>
        <p:nvSpPr>
          <p:cNvPr id="67" name="Rectangle 67"/>
          <p:cNvSpPr/>
          <p:nvPr/>
        </p:nvSpPr>
        <p:spPr>
          <a:xfrm>
            <a:off x="3048000" y="3295650"/>
            <a:ext cx="2095500" cy="304800"/>
          </a:xfrm>
          <a:prstGeom prst="rect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903071" y="33756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68.1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143500" y="32956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998571" y="33756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75.1</a:t>
            </a:r>
          </a:p>
        </p:txBody>
      </p:sp>
      <p:sp>
        <p:nvSpPr>
          <p:cNvPr id="71" name="Rectangle 71"/>
          <p:cNvSpPr/>
          <p:nvPr/>
        </p:nvSpPr>
        <p:spPr>
          <a:xfrm>
            <a:off x="7239000" y="3295650"/>
            <a:ext cx="2095500" cy="304800"/>
          </a:xfrm>
          <a:prstGeom prst="rect">
            <a:avLst/>
          </a:prstGeom>
          <a:solidFill>
            <a:srgbClr val="047857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8094071" y="33756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78.3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334500" y="32956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0189571" y="33756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73.9</a:t>
            </a:r>
          </a:p>
        </p:txBody>
      </p:sp>
      <p:sp>
        <p:nvSpPr>
          <p:cNvPr id="75" name="Line 75"/>
          <p:cNvSpPr/>
          <p:nvPr/>
        </p:nvSpPr>
        <p:spPr>
          <a:xfrm>
            <a:off x="3048000" y="32956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76" name="Line 76"/>
          <p:cNvSpPr/>
          <p:nvPr/>
        </p:nvSpPr>
        <p:spPr>
          <a:xfrm>
            <a:off x="5143500" y="32956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77" name="Line 77"/>
          <p:cNvSpPr/>
          <p:nvPr/>
        </p:nvSpPr>
        <p:spPr>
          <a:xfrm>
            <a:off x="7239000" y="32956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78" name="Line 78"/>
          <p:cNvSpPr/>
          <p:nvPr/>
        </p:nvSpPr>
        <p:spPr>
          <a:xfrm>
            <a:off x="9334500" y="32956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79" name="Rectangle 79"/>
          <p:cNvSpPr/>
          <p:nvPr/>
        </p:nvSpPr>
        <p:spPr>
          <a:xfrm>
            <a:off x="762000" y="3600450"/>
            <a:ext cx="10668000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946785" y="3688556"/>
            <a:ext cx="9990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qwen3.6-plus</a:t>
            </a:r>
          </a:p>
        </p:txBody>
      </p:sp>
      <p:sp>
        <p:nvSpPr>
          <p:cNvPr id="81" name="Rectangle 81"/>
          <p:cNvSpPr/>
          <p:nvPr/>
        </p:nvSpPr>
        <p:spPr>
          <a:xfrm>
            <a:off x="3048000" y="3600450"/>
            <a:ext cx="20955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3903071" y="36804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70.4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143500" y="36004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998571" y="36804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73.6</a:t>
            </a:r>
          </a:p>
        </p:txBody>
      </p:sp>
      <p:sp>
        <p:nvSpPr>
          <p:cNvPr id="85" name="Rectangle 85"/>
          <p:cNvSpPr/>
          <p:nvPr/>
        </p:nvSpPr>
        <p:spPr>
          <a:xfrm>
            <a:off x="7239000" y="36004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8094071" y="36804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75.0</a:t>
            </a:r>
          </a:p>
        </p:txBody>
      </p:sp>
      <p:sp>
        <p:nvSpPr>
          <p:cNvPr id="87" name="Rectangle 87"/>
          <p:cNvSpPr/>
          <p:nvPr/>
        </p:nvSpPr>
        <p:spPr>
          <a:xfrm>
            <a:off x="9334500" y="3600450"/>
            <a:ext cx="2095500" cy="30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10189571" y="36804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73.0</a:t>
            </a:r>
          </a:p>
        </p:txBody>
      </p:sp>
      <p:sp>
        <p:nvSpPr>
          <p:cNvPr id="89" name="Line 89"/>
          <p:cNvSpPr/>
          <p:nvPr/>
        </p:nvSpPr>
        <p:spPr>
          <a:xfrm>
            <a:off x="3048000" y="36004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90" name="Line 90"/>
          <p:cNvSpPr/>
          <p:nvPr/>
        </p:nvSpPr>
        <p:spPr>
          <a:xfrm>
            <a:off x="5143500" y="36004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91" name="Line 91"/>
          <p:cNvSpPr/>
          <p:nvPr/>
        </p:nvSpPr>
        <p:spPr>
          <a:xfrm>
            <a:off x="7239000" y="36004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92" name="Line 92"/>
          <p:cNvSpPr/>
          <p:nvPr/>
        </p:nvSpPr>
        <p:spPr>
          <a:xfrm>
            <a:off x="9334500" y="36004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946785" y="3993356"/>
            <a:ext cx="9537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qwen3.6-27b</a:t>
            </a:r>
          </a:p>
        </p:txBody>
      </p:sp>
      <p:sp>
        <p:nvSpPr>
          <p:cNvPr id="94" name="Rectangle 94"/>
          <p:cNvSpPr/>
          <p:nvPr/>
        </p:nvSpPr>
        <p:spPr>
          <a:xfrm>
            <a:off x="3048000" y="3905250"/>
            <a:ext cx="2095500" cy="304800"/>
          </a:xfrm>
          <a:prstGeom prst="rect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3903071" y="39852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68.2</a:t>
            </a:r>
          </a:p>
        </p:txBody>
      </p:sp>
      <p:sp>
        <p:nvSpPr>
          <p:cNvPr id="96" name="Rectangle 96"/>
          <p:cNvSpPr/>
          <p:nvPr/>
        </p:nvSpPr>
        <p:spPr>
          <a:xfrm>
            <a:off x="5143500" y="3905250"/>
            <a:ext cx="20955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5998571" y="39852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72.9</a:t>
            </a:r>
          </a:p>
        </p:txBody>
      </p:sp>
      <p:sp>
        <p:nvSpPr>
          <p:cNvPr id="98" name="Rectangle 98"/>
          <p:cNvSpPr/>
          <p:nvPr/>
        </p:nvSpPr>
        <p:spPr>
          <a:xfrm>
            <a:off x="7239000" y="3905250"/>
            <a:ext cx="20955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8094071" y="39852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72.7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9334500" y="3905250"/>
            <a:ext cx="20955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10189571" y="39852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71.3</a:t>
            </a:r>
          </a:p>
        </p:txBody>
      </p:sp>
      <p:sp>
        <p:nvSpPr>
          <p:cNvPr id="102" name="Line 102"/>
          <p:cNvSpPr/>
          <p:nvPr/>
        </p:nvSpPr>
        <p:spPr>
          <a:xfrm>
            <a:off x="3048000" y="39052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03" name="Line 103"/>
          <p:cNvSpPr/>
          <p:nvPr/>
        </p:nvSpPr>
        <p:spPr>
          <a:xfrm>
            <a:off x="5143500" y="39052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04" name="Line 104"/>
          <p:cNvSpPr/>
          <p:nvPr/>
        </p:nvSpPr>
        <p:spPr>
          <a:xfrm>
            <a:off x="7239000" y="39052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05" name="Line 105"/>
          <p:cNvSpPr/>
          <p:nvPr/>
        </p:nvSpPr>
        <p:spPr>
          <a:xfrm>
            <a:off x="9334500" y="39052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06" name="Rectangle 106"/>
          <p:cNvSpPr/>
          <p:nvPr/>
        </p:nvSpPr>
        <p:spPr>
          <a:xfrm>
            <a:off x="762000" y="4210050"/>
            <a:ext cx="10668000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946785" y="4298156"/>
            <a:ext cx="5843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glm-5.1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2476500" y="4286250"/>
            <a:ext cx="457200" cy="17145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2526476" y="4321016"/>
            <a:ext cx="3572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新文本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3048000" y="4210050"/>
            <a:ext cx="2095500" cy="304800"/>
          </a:xfrm>
          <a:prstGeom prst="rect">
            <a:avLst/>
          </a:prstGeom>
          <a:solidFill>
            <a:srgbClr val="A7F3D0"/>
          </a:solidFill>
          <a:ln>
            <a:noFill/>
          </a:ln>
        </p:spPr>
      </p:sp>
      <p:sp>
        <p:nvSpPr>
          <p:cNvPr id="111" name="TextBox 111"/>
          <p:cNvSpPr txBox="1"/>
          <p:nvPr/>
        </p:nvSpPr>
        <p:spPr>
          <a:xfrm>
            <a:off x="3903071" y="42900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63.2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5143500" y="4210050"/>
            <a:ext cx="2095500" cy="304800"/>
          </a:xfrm>
          <a:prstGeom prst="rect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5998571" y="42900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68.5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239000" y="4210050"/>
            <a:ext cx="20955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8094071" y="42900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71.1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9334500" y="4210050"/>
            <a:ext cx="2095500" cy="304800"/>
          </a:xfrm>
          <a:prstGeom prst="rect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117" name="TextBox 117"/>
          <p:cNvSpPr txBox="1"/>
          <p:nvPr/>
        </p:nvSpPr>
        <p:spPr>
          <a:xfrm>
            <a:off x="10189571" y="42900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67.6</a:t>
            </a:r>
          </a:p>
        </p:txBody>
      </p:sp>
      <p:sp>
        <p:nvSpPr>
          <p:cNvPr id="118" name="Line 118"/>
          <p:cNvSpPr/>
          <p:nvPr/>
        </p:nvSpPr>
        <p:spPr>
          <a:xfrm>
            <a:off x="3048000" y="42100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19" name="Line 119"/>
          <p:cNvSpPr/>
          <p:nvPr/>
        </p:nvSpPr>
        <p:spPr>
          <a:xfrm>
            <a:off x="5143500" y="42100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20" name="Line 120"/>
          <p:cNvSpPr/>
          <p:nvPr/>
        </p:nvSpPr>
        <p:spPr>
          <a:xfrm>
            <a:off x="7239000" y="42100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21" name="Line 121"/>
          <p:cNvSpPr/>
          <p:nvPr/>
        </p:nvSpPr>
        <p:spPr>
          <a:xfrm>
            <a:off x="9334500" y="42100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22" name="TextBox 122"/>
          <p:cNvSpPr txBox="1"/>
          <p:nvPr/>
        </p:nvSpPr>
        <p:spPr>
          <a:xfrm>
            <a:off x="946785" y="4602956"/>
            <a:ext cx="7125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kimi-k2.6</a:t>
            </a:r>
          </a:p>
        </p:txBody>
      </p:sp>
      <p:sp>
        <p:nvSpPr>
          <p:cNvPr id="123" name="Rectangle 123"/>
          <p:cNvSpPr/>
          <p:nvPr/>
        </p:nvSpPr>
        <p:spPr>
          <a:xfrm>
            <a:off x="3048000" y="4514850"/>
            <a:ext cx="2095500" cy="304800"/>
          </a:xfrm>
          <a:prstGeom prst="rect">
            <a:avLst/>
          </a:prstGeom>
          <a:solidFill>
            <a:srgbClr val="6EE7B7"/>
          </a:solidFill>
          <a:ln>
            <a:noFill/>
          </a:ln>
        </p:spPr>
      </p:sp>
      <p:sp>
        <p:nvSpPr>
          <p:cNvPr id="124" name="TextBox 124"/>
          <p:cNvSpPr txBox="1"/>
          <p:nvPr/>
        </p:nvSpPr>
        <p:spPr>
          <a:xfrm>
            <a:off x="3903071" y="45948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66.4</a:t>
            </a:r>
          </a:p>
        </p:txBody>
      </p:sp>
      <p:sp>
        <p:nvSpPr>
          <p:cNvPr id="125" name="Rectangle 125"/>
          <p:cNvSpPr/>
          <p:nvPr/>
        </p:nvSpPr>
        <p:spPr>
          <a:xfrm>
            <a:off x="5143500" y="4514850"/>
            <a:ext cx="2095500" cy="304800"/>
          </a:xfrm>
          <a:prstGeom prst="rect">
            <a:avLst/>
          </a:prstGeom>
          <a:solidFill>
            <a:srgbClr val="6EE7B7"/>
          </a:solidFill>
          <a:ln>
            <a:noFill/>
          </a:ln>
        </p:spPr>
      </p:sp>
      <p:sp>
        <p:nvSpPr>
          <p:cNvPr id="126" name="TextBox 126"/>
          <p:cNvSpPr txBox="1"/>
          <p:nvPr/>
        </p:nvSpPr>
        <p:spPr>
          <a:xfrm>
            <a:off x="5998571" y="45948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66.6</a:t>
            </a:r>
          </a:p>
        </p:txBody>
      </p:sp>
      <p:sp>
        <p:nvSpPr>
          <p:cNvPr id="127" name="Rectangle 127"/>
          <p:cNvSpPr/>
          <p:nvPr/>
        </p:nvSpPr>
        <p:spPr>
          <a:xfrm>
            <a:off x="7239000" y="4514850"/>
            <a:ext cx="2095500" cy="304800"/>
          </a:xfrm>
          <a:prstGeom prst="rect">
            <a:avLst/>
          </a:prstGeom>
          <a:solidFill>
            <a:srgbClr val="6EE7B7"/>
          </a:solidFill>
          <a:ln>
            <a:noFill/>
          </a:ln>
        </p:spPr>
      </p:sp>
      <p:sp>
        <p:nvSpPr>
          <p:cNvPr id="128" name="TextBox 128"/>
          <p:cNvSpPr txBox="1"/>
          <p:nvPr/>
        </p:nvSpPr>
        <p:spPr>
          <a:xfrm>
            <a:off x="8094071" y="45948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66.6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9334500" y="4514850"/>
            <a:ext cx="2095500" cy="304800"/>
          </a:xfrm>
          <a:prstGeom prst="rect">
            <a:avLst/>
          </a:prstGeom>
          <a:solidFill>
            <a:srgbClr val="6EE7B7"/>
          </a:solidFill>
          <a:ln>
            <a:noFill/>
          </a:ln>
        </p:spPr>
      </p:sp>
      <p:sp>
        <p:nvSpPr>
          <p:cNvPr id="130" name="TextBox 130"/>
          <p:cNvSpPr txBox="1"/>
          <p:nvPr/>
        </p:nvSpPr>
        <p:spPr>
          <a:xfrm>
            <a:off x="10189571" y="45948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66.5</a:t>
            </a:r>
          </a:p>
        </p:txBody>
      </p:sp>
      <p:sp>
        <p:nvSpPr>
          <p:cNvPr id="131" name="Line 131"/>
          <p:cNvSpPr/>
          <p:nvPr/>
        </p:nvSpPr>
        <p:spPr>
          <a:xfrm>
            <a:off x="3048000" y="45148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32" name="Line 132"/>
          <p:cNvSpPr/>
          <p:nvPr/>
        </p:nvSpPr>
        <p:spPr>
          <a:xfrm>
            <a:off x="5143500" y="45148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33" name="Line 133"/>
          <p:cNvSpPr/>
          <p:nvPr/>
        </p:nvSpPr>
        <p:spPr>
          <a:xfrm>
            <a:off x="7239000" y="45148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34" name="Line 134"/>
          <p:cNvSpPr/>
          <p:nvPr/>
        </p:nvSpPr>
        <p:spPr>
          <a:xfrm>
            <a:off x="9334500" y="45148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35" name="Rectangle 135"/>
          <p:cNvSpPr/>
          <p:nvPr/>
        </p:nvSpPr>
        <p:spPr>
          <a:xfrm>
            <a:off x="762000" y="4819650"/>
            <a:ext cx="10668000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36" name="TextBox 136"/>
          <p:cNvSpPr txBox="1"/>
          <p:nvPr/>
        </p:nvSpPr>
        <p:spPr>
          <a:xfrm>
            <a:off x="946785" y="4907756"/>
            <a:ext cx="12854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qwen3.6-35b-a3b</a:t>
            </a:r>
          </a:p>
        </p:txBody>
      </p:sp>
      <p:sp>
        <p:nvSpPr>
          <p:cNvPr id="137" name="Rectangle 137"/>
          <p:cNvSpPr/>
          <p:nvPr/>
        </p:nvSpPr>
        <p:spPr>
          <a:xfrm>
            <a:off x="3048000" y="4819650"/>
            <a:ext cx="2095500" cy="304800"/>
          </a:xfrm>
          <a:prstGeom prst="rect">
            <a:avLst/>
          </a:prstGeom>
          <a:solidFill>
            <a:srgbClr val="D1FAE5"/>
          </a:solidFill>
          <a:ln>
            <a:noFill/>
          </a:ln>
        </p:spPr>
      </p:sp>
      <p:sp>
        <p:nvSpPr>
          <p:cNvPr id="138" name="TextBox 138"/>
          <p:cNvSpPr txBox="1"/>
          <p:nvPr/>
        </p:nvSpPr>
        <p:spPr>
          <a:xfrm>
            <a:off x="3903071" y="48996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56.7</a:t>
            </a:r>
          </a:p>
        </p:txBody>
      </p:sp>
      <p:sp>
        <p:nvSpPr>
          <p:cNvPr id="139" name="Rectangle 139"/>
          <p:cNvSpPr/>
          <p:nvPr/>
        </p:nvSpPr>
        <p:spPr>
          <a:xfrm>
            <a:off x="5143500" y="4819650"/>
            <a:ext cx="2095500" cy="304800"/>
          </a:xfrm>
          <a:prstGeom prst="rect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140" name="TextBox 140"/>
          <p:cNvSpPr txBox="1"/>
          <p:nvPr/>
        </p:nvSpPr>
        <p:spPr>
          <a:xfrm>
            <a:off x="5998571" y="48996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67.6</a:t>
            </a:r>
          </a:p>
        </p:txBody>
      </p:sp>
      <p:sp>
        <p:nvSpPr>
          <p:cNvPr id="141" name="Rectangle 141"/>
          <p:cNvSpPr/>
          <p:nvPr/>
        </p:nvSpPr>
        <p:spPr>
          <a:xfrm>
            <a:off x="7239000" y="4819650"/>
            <a:ext cx="2095500" cy="304800"/>
          </a:xfrm>
          <a:prstGeom prst="rect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142" name="TextBox 142"/>
          <p:cNvSpPr txBox="1"/>
          <p:nvPr/>
        </p:nvSpPr>
        <p:spPr>
          <a:xfrm>
            <a:off x="8094071" y="48996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68.3</a:t>
            </a:r>
          </a:p>
        </p:txBody>
      </p:sp>
      <p:sp>
        <p:nvSpPr>
          <p:cNvPr id="143" name="Rectangle 143"/>
          <p:cNvSpPr/>
          <p:nvPr/>
        </p:nvSpPr>
        <p:spPr>
          <a:xfrm>
            <a:off x="9334500" y="4819650"/>
            <a:ext cx="2095500" cy="304800"/>
          </a:xfrm>
          <a:prstGeom prst="rect">
            <a:avLst/>
          </a:prstGeom>
          <a:solidFill>
            <a:srgbClr val="6EE7B7"/>
          </a:solidFill>
          <a:ln>
            <a:noFill/>
          </a:ln>
        </p:spPr>
      </p:sp>
      <p:sp>
        <p:nvSpPr>
          <p:cNvPr id="144" name="TextBox 144"/>
          <p:cNvSpPr txBox="1"/>
          <p:nvPr/>
        </p:nvSpPr>
        <p:spPr>
          <a:xfrm>
            <a:off x="10189571" y="48996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64.3</a:t>
            </a:r>
          </a:p>
        </p:txBody>
      </p:sp>
      <p:sp>
        <p:nvSpPr>
          <p:cNvPr id="145" name="Line 145"/>
          <p:cNvSpPr/>
          <p:nvPr/>
        </p:nvSpPr>
        <p:spPr>
          <a:xfrm>
            <a:off x="3048000" y="48196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46" name="Line 146"/>
          <p:cNvSpPr/>
          <p:nvPr/>
        </p:nvSpPr>
        <p:spPr>
          <a:xfrm>
            <a:off x="5143500" y="48196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47" name="Line 147"/>
          <p:cNvSpPr/>
          <p:nvPr/>
        </p:nvSpPr>
        <p:spPr>
          <a:xfrm>
            <a:off x="7239000" y="48196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48" name="Line 148"/>
          <p:cNvSpPr/>
          <p:nvPr/>
        </p:nvSpPr>
        <p:spPr>
          <a:xfrm>
            <a:off x="9334500" y="48196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149" name="Rectangle 149"/>
          <p:cNvSpPr/>
          <p:nvPr/>
        </p:nvSpPr>
        <p:spPr>
          <a:xfrm>
            <a:off x="762000" y="5124450"/>
            <a:ext cx="10668000" cy="30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50" name="TextBox 150"/>
          <p:cNvSpPr txBox="1"/>
          <p:nvPr/>
        </p:nvSpPr>
        <p:spPr>
          <a:xfrm>
            <a:off x="946785" y="5212556"/>
            <a:ext cx="3280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平均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3903071" y="52044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68.4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998571" y="52044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72.1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8094071" y="52044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73.7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0189571" y="52044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71.4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713095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gentbench_pages2">
  <a:themeElements>
    <a:clrScheme name="agentbench_pages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agentbench_pages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gentbench_pages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2026-07-21T00:57:12Z</dcterms:created>
  <dcterms:modified xsi:type="dcterms:W3CDTF">2026-07-21T00:57:12Z</dcterms:modified>
  <cp:category/>
  <cp:contentStatus/>
</cp:coreProperties>
</file>