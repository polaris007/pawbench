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65" r:id="rId5"/>
    <p:sldId id="259" r:id="rId6"/>
    <p:sldId id="266" r:id="rId7"/>
    <p:sldId id="260" r:id="rId8"/>
    <p:sldId id="263" r:id="rId9"/>
    <p:sldId id="267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02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03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</a:t>
            </a:r>
            <a:r>
              <a:rPr lang="zh-CN" altLang="zh-CN" sz="1050" dirty="0" smtClean="0">
                <a:solidFill>
                  <a:schemeClr val="accent5"/>
                </a:solidFill>
                <a:latin typeface="Segoe UI"/>
                <a:cs typeface="Segoe UI"/>
              </a:rPr>
              <a:t>协议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04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05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06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07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08 / 11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日常任务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 smtClean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5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/>
                <a:gridCol w="2611843"/>
                <a:gridCol w="3006084"/>
                <a:gridCol w="4188805"/>
              </a:tblGrid>
              <a:tr h="64750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3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3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3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3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3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3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3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10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11 / 11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2352</Words>
  <Application>Microsoft Office PowerPoint</Application>
  <PresentationFormat>自定义</PresentationFormat>
  <Paragraphs>410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14</cp:revision>
  <dcterms:created xsi:type="dcterms:W3CDTF">2026-07-20T00:49:04Z</dcterms:created>
  <dcterms:modified xsi:type="dcterms:W3CDTF">2026-07-21T03:21:50Z</dcterms:modified>
  <cp:category/>
  <cp:contentStatus/>
  <dc:language/>
</cp:coreProperties>
</file>