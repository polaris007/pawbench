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1196340"/>
            <a:ext cx="556173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评测新范式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2000250"/>
            <a:ext cx="1143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2450" y="2436495"/>
            <a:ext cx="852426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832" y="3297555"/>
            <a:ext cx="40165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交叉评测基准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3952875"/>
            <a:ext cx="762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63880" y="4314825"/>
            <a:ext cx="4278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PawBench — 阿里通义实验室 AgentScope 团队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3880" y="4600575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2025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01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2041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升级后效果好坏依赖 cherry-pick 案例判定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810250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041517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40755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40755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810250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041517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40755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40755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490662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61448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7383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8621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86438" y="1815941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2062162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18598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3098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4336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633662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75748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8813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30051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205162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32898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4528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5766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776662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90048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40243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1481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348162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47198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5958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7196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919662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504348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1673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2911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491162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61498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7388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8626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6062662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18648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3103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4341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平台能力与评测设计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三步入式评测流程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32460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0869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1404" y="1661160"/>
            <a:ext cx="19700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 Harness 组合</a:t>
            </a:r>
          </a:p>
        </p:txBody>
      </p:sp>
      <p:sp>
        <p:nvSpPr>
          <p:cNvPr id="17" name="Line 17"/>
          <p:cNvSpPr/>
          <p:nvPr/>
        </p:nvSpPr>
        <p:spPr>
          <a:xfrm>
            <a:off x="6457950" y="1905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chemeClr val="accent4">
                <a:alpha val="50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90575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8984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56854" y="1661160"/>
            <a:ext cx="1655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1905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chemeClr val="accent4">
                <a:alpha val="50000"/>
              </a:scheme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71550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79959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28504" y="1661160"/>
            <a:ext cx="16789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 双重评分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190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812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32791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041" y="2553652"/>
            <a:ext cx="32723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041" y="2725102"/>
            <a:ext cx="2476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9946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041" y="3220402"/>
            <a:ext cx="32948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4709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041" y="3696652"/>
            <a:ext cx="31470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9471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041" y="4172902"/>
            <a:ext cx="28235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4234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041" y="4649152"/>
            <a:ext cx="2611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应用场景与集成方式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4449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 cherry-pick 案例判定，转向标准化、自动化、多维度的量化评测，是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2026-07-17T08:57:55Z</dcterms:created>
  <dcterms:modified xsi:type="dcterms:W3CDTF">2026-07-17T08:57:55Z</dcterms:modified>
  <cp:category/>
  <cp:contentStatus/>
</cp:coreProperties>
</file>