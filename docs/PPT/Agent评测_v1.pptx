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86438" y="1815941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/ 07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1629</Words>
  <Application>Microsoft Office PowerPoint</Application>
  <PresentationFormat>自定义</PresentationFormat>
  <Paragraphs>294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5</cp:revision>
  <dcterms:created xsi:type="dcterms:W3CDTF">2026-07-20T00:49:04Z</dcterms:created>
  <dcterms:modified xsi:type="dcterms:W3CDTF">2026-07-20T01:29:19Z</dcterms:modified>
  <cp:category/>
  <cp:contentStatus/>
  <dc:language/>
</cp:coreProperties>
</file>