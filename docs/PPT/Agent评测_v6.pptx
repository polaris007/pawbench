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60" y="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「Agent 框架迭代」场景刚讲完——下一页就用 OpenClaw 4.14 升级 5.28 的真实评测案例，验证这个场景的实际效果。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关键差异：5.28 的 partialArgs 截断次数高达 2,160（4.14 仅 137，约 15.8 倍）；4.14 错误后能重试恢复 107 次，5.28 恢复 0 次。</a:t>
            </a:r>
          </a:p>
          <a:p>
            <a:r>
              <a:rPr lang="zh-CN" dirty="0"/>
              <a:t>• 根因：5.28 架构调整后，LLM 流截断的 tool call 不重试——官方 PR openclaw/openclaw #87571 确认这是已知架构缺陷（truncated tool call 落入 terminal error，不触发重试级联）。</a:t>
            </a:r>
          </a:p>
          <a:p>
            <a:r>
              <a:rPr lang="zh-CN" dirty="0"/>
              <a:t>• 错误类型：timed out / aborted / Context overflow 各约 30%，其中 Context overflow 在 4.14 从未出现。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14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agent_eval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agent_eval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21967" y="1714500"/>
              <a:ext cx="8147971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29540" indent="-129540" algn="l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8182367" cy="657035"/>
            <a:chOff x="745998" y="571500"/>
            <a:chExt cx="81823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81823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实战评测案例 · OpenClaw 4.14 vs 5.28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71650"/>
            <a:ext cx="2952750" cy="1428750"/>
            <a:chOff x="762000" y="1771650"/>
            <a:chExt cx="295275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71650"/>
              <a:ext cx="38100" cy="142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785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43350" y="1771650"/>
            <a:ext cx="2952750" cy="1428750"/>
            <a:chOff x="3943350" y="1771650"/>
            <a:chExt cx="29527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394335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1771650"/>
              <a:ext cx="38100" cy="1428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224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386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75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300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3004" y="27851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429000"/>
            <a:ext cx="6230112" cy="533400"/>
            <a:chOff x="762000" y="3429000"/>
            <a:chExt cx="6230112" cy="533400"/>
          </a:xfrm>
        </p:grpSpPr>
        <p:sp>
          <p:nvSpPr>
            <p:cNvPr id="29" name="Rectangle 29"/>
            <p:cNvSpPr/>
            <p:nvPr/>
          </p:nvSpPr>
          <p:spPr>
            <a:xfrm>
              <a:off x="762000" y="3429000"/>
              <a:ext cx="6134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130" y="3609975"/>
              <a:ext cx="5951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分（0.6774 → 0.6144）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191000"/>
            <a:ext cx="4003399" cy="367284"/>
            <a:chOff x="762000" y="4191000"/>
            <a:chExt cx="4003399" cy="367284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3356" y="420624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52950"/>
            <a:ext cx="2952750" cy="895350"/>
            <a:chOff x="762000" y="4552950"/>
            <a:chExt cx="2952750" cy="895350"/>
          </a:xfrm>
        </p:grpSpPr>
        <p:sp>
          <p:nvSpPr>
            <p:cNvPr id="35" name="Rectangle 35"/>
            <p:cNvSpPr/>
            <p:nvPr/>
          </p:nvSpPr>
          <p:spPr>
            <a:xfrm>
              <a:off x="76200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54868"/>
              <a:ext cx="17120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输出流截断 15.8×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4918710"/>
              <a:ext cx="2350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partialArgs 截断：137 → 2,160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128260"/>
              <a:ext cx="1869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5.28 架构调整后高频发生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3350" y="4552950"/>
            <a:ext cx="2952750" cy="895350"/>
            <a:chOff x="3943350" y="4552950"/>
            <a:chExt cx="2952750" cy="895350"/>
          </a:xfrm>
        </p:grpSpPr>
        <p:sp>
          <p:nvSpPr>
            <p:cNvPr id="40" name="Rectangle 40"/>
            <p:cNvSpPr/>
            <p:nvPr/>
          </p:nvSpPr>
          <p:spPr>
            <a:xfrm>
              <a:off x="394335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22242" y="46548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截断后不重试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23004" y="491871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4.14 重试至多 5 次成功恢复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23004" y="5128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5.28 失败即放弃（恢复 0 次）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581650"/>
            <a:ext cx="2952750" cy="895350"/>
            <a:chOff x="762000" y="5581650"/>
            <a:chExt cx="2952750" cy="895350"/>
          </a:xfrm>
        </p:grpSpPr>
        <p:sp>
          <p:nvSpPr>
            <p:cNvPr id="45" name="Rectangle 45"/>
            <p:cNvSpPr/>
            <p:nvPr/>
          </p:nvSpPr>
          <p:spPr>
            <a:xfrm>
              <a:off x="76200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0892" y="56835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错误类型三分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654" y="5947410"/>
              <a:ext cx="238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timed out / aborted / Context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654" y="6156960"/>
              <a:ext cx="2483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overflow 各约 30%（4.14 未见）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43350" y="5581650"/>
            <a:ext cx="2952750" cy="895350"/>
            <a:chOff x="3943350" y="5581650"/>
            <a:chExt cx="2952750" cy="895350"/>
          </a:xfrm>
        </p:grpSpPr>
        <p:sp>
          <p:nvSpPr>
            <p:cNvPr id="50" name="Rectangle 50"/>
            <p:cNvSpPr/>
            <p:nvPr/>
          </p:nvSpPr>
          <p:spPr>
            <a:xfrm>
              <a:off x="394335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22242" y="5683568"/>
              <a:ext cx="1320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官方证据确认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23004" y="594741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openclaw/openclaw #87571 确认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3004" y="615696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截断 tool call 不重试的架构缺陷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755904" y="6442710"/>
              <a:ext cx="8585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penclaw-4.14-vs-5.28-analysis.md · 官方 PR #87571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14 /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5737</Words>
  <Application>Microsoft Office PowerPoint</Application>
  <PresentationFormat>宽屏</PresentationFormat>
  <Paragraphs>632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Arial</vt:lpstr>
      <vt:lpstr>pawbench_agent_eval_v6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2026-08-06T10:56:27Z</dcterms:created>
  <dcterms:modified xsi:type="dcterms:W3CDTF">2026-08-06T13:33:42Z</dcterms:modified>
  <cp:category/>
  <cp:contentStatus/>
  <dc:language/>
</cp:coreProperties>
</file>