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0" r:id="rId4"/>
    <p:sldId id="26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来源：ACL 2026《A Survey on Evaluation of LLM-based Agents》等公开文献与社区实践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13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2804</Words>
  <Application>Microsoft Office PowerPoint</Application>
  <PresentationFormat>自定义</PresentationFormat>
  <Paragraphs>475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17</cp:revision>
  <dcterms:created xsi:type="dcterms:W3CDTF">2026-07-20T00:49:04Z</dcterms:created>
  <dcterms:modified xsi:type="dcterms:W3CDTF">2026-08-06T09:32:33Z</dcterms:modified>
  <dc:language/>
</cp:coreProperties>
</file>