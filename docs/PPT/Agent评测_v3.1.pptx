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65" r:id="rId5"/>
    <p:sldId id="259" r:id="rId6"/>
    <p:sldId id="266" r:id="rId7"/>
    <p:sldId id="260" r:id="rId8"/>
    <p:sldId id="263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10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10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284" y="470535"/>
            <a:ext cx="480747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选择 PawBench 的 4 大理由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14061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基于 OpenJudge 生态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10879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Apache 2.0 协议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10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10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10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/ 10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smtClean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</a:t>
            </a:r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08 / 10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用一个真实任务卡，看清 PawBench「执行 → 采集 → 评分 → 汇总」的完整评测链路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09 / 10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10 / 10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2139</Words>
  <Application>Microsoft Office PowerPoint</Application>
  <PresentationFormat>自定义</PresentationFormat>
  <Paragraphs>378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10</cp:revision>
  <dcterms:created xsi:type="dcterms:W3CDTF">2026-07-20T00:49:04Z</dcterms:created>
  <dcterms:modified xsi:type="dcterms:W3CDTF">2026-07-21T01:07:57Z</dcterms:modified>
  <cp:category/>
  <cp:contentStatus/>
  <dc:language/>
</cp:coreProperties>
</file>