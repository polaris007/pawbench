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0" r:id="rId4"/>
    <p:sldId id="272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8E26E-C721-426D-BD0D-694F8F6A3EA7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E754-0B19-490E-A425-E11BEFCC9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1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02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02976" y="1347584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SWE-bench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98676" y="1347584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4376" y="1347584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2450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Promptfoo / 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976" y="3633584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98676" y="3633584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94376" y="3633584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96880" y="6442710"/>
            <a:ext cx="6643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注：六大范式综合公开文献与社区实践归纳，代表工具为典型示例</a:t>
            </a:r>
          </a:p>
        </p:txBody>
      </p:sp>
      <p:sp>
        <p:nvSpPr>
          <p:cNvPr id="6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4"/>
          <p:cNvSpPr txBox="1"/>
          <p:nvPr/>
        </p:nvSpPr>
        <p:spPr>
          <a:xfrm>
            <a:off x="556260" y="438150"/>
            <a:ext cx="361958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9" name="Group 9"/>
          <p:cNvGrpSpPr/>
          <p:nvPr/>
        </p:nvGrpSpPr>
        <p:grpSpPr>
          <a:xfrm>
            <a:off x="622026" y="1009054"/>
            <a:ext cx="7251421" cy="352044"/>
            <a:chOff x="752856" y="1139190"/>
            <a:chExt cx="7251421" cy="352044"/>
          </a:xfrm>
        </p:grpSpPr>
        <p:sp>
          <p:nvSpPr>
            <p:cNvPr id="70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0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04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8164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2033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948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5398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2948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1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Microsoft YaHei"/>
                <a:ea typeface="Microsoft YaHei"/>
              </a:rPr>
              <a:t>5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2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方法与主流范式对比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4398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</a:t>
            </a:r>
            <a:r>
              <a:rPr lang="zh-CN" altLang="zh-CN" sz="1050" dirty="0" smtClean="0">
                <a:solidFill>
                  <a:schemeClr val="accent5"/>
                </a:solidFill>
                <a:latin typeface="Segoe UI"/>
                <a:cs typeface="Segoe UI"/>
              </a:rPr>
              <a:t>协议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06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07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08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09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smtClean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</a:t>
            </a:r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10 / 13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日常任务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 smtClean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/>
                <a:gridCol w="2611843"/>
                <a:gridCol w="3006084"/>
                <a:gridCol w="4188805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1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1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创建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T076 / T078 / T085 / T094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编写可复用 SKILL.md（frontmatter+方法）→ 用该 skill 完成实际任务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使用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SkillsBench T126–T140（15）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hybrid（自动/LLM 按任务）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skills/&lt;name&gt;/SKILL.md → 调用其脚本完成专业任务（3D/规划/控制/Excel…）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 / Skill的能力高度对应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12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13 / 13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2813</Words>
  <Application>Microsoft Office PowerPoint</Application>
  <PresentationFormat>自定义</PresentationFormat>
  <Paragraphs>475</Paragraphs>
  <Slides>13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chinalife</dc:creator>
  <cp:lastModifiedBy>chinalife</cp:lastModifiedBy>
  <cp:revision>19</cp:revision>
  <dcterms:created xsi:type="dcterms:W3CDTF">2026-07-20T00:49:04Z</dcterms:created>
  <dcterms:modified xsi:type="dcterms:W3CDTF">2026-08-06T10:12:44Z</dcterms:modified>
  <dc:language/>
</cp:coreProperties>
</file>