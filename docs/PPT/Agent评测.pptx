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08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08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86438" y="1815941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/ 08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08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用一个真实任务卡，看清 PawBench「执行 → 采集 → 评分 → 汇总」的完整评测链路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/ 08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08 / 08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1855</Words>
  <Application>Microsoft Office PowerPoint</Application>
  <PresentationFormat>自定义</PresentationFormat>
  <Paragraphs>334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6</cp:revision>
  <dcterms:created xsi:type="dcterms:W3CDTF">2026-07-20T00:49:04Z</dcterms:created>
  <dcterms:modified xsi:type="dcterms:W3CDTF">2026-07-20T01:54:29Z</dcterms:modified>
  <cp:category/>
  <cp:contentStatus/>
  <dc:language/>
</cp:coreProperties>
</file>