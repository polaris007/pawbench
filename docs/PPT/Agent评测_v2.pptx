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-5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01 </a:t>
            </a:r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/ </a:t>
            </a:r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07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02 </a:t>
            </a:r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/ </a:t>
            </a:r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07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786438" y="1815941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唯一方案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03 </a:t>
            </a:r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/ </a:t>
            </a:r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07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七维原子能力诊断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04 </a:t>
            </a:r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/ </a:t>
            </a:r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07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69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原子能力 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 dirty="0" smtClean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0</a:t>
            </a:r>
            <a:r>
              <a:rPr lang="en-US" sz="1050" b="0" dirty="0" smtClean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5</a:t>
            </a:r>
            <a:r>
              <a:rPr sz="1050" b="0" dirty="0" smtClean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sz="1050" b="0" dirty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/ </a:t>
            </a:r>
            <a:r>
              <a:rPr sz="1050" b="0" dirty="0" smtClean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0</a:t>
            </a:r>
            <a:r>
              <a:rPr lang="en-US" sz="1050" b="0" dirty="0" smtClean="0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7</a:t>
            </a:r>
            <a:endParaRPr sz="1050" b="0" dirty="0">
              <a:solidFill>
                <a:srgbClr val="1E3A8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260" y="4191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任务执行与评分实战 · 以 T053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762000" cy="30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610" y="10160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用一个真实任务卡，看清 PawBench「执行 → 采集 → 评分 → 汇总」的完整评测链路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0800"/>
            <a:ext cx="11049000" cy="7366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320800"/>
            <a:ext cx="50800" cy="736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4097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 T053</a:t>
            </a:r>
            <a:r>
              <a:rPr sz="11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   ｜  来源 pinchbench   ｜  类型 内容创作·写作   ｜  复杂度 L1   ｜  环境 closed   ｜  评分 hybrid（自动 0.6 + LLM 0.4）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指令：</a:t>
            </a:r>
            <a:r>
              <a:rPr sz="110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撰写一篇约 500 词《远程办公对软件开发者的好处》博客，并保存为 </a:t>
            </a:r>
            <a:r>
              <a:rPr sz="11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  （纯文本、无外部依赖）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1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① 沙箱执行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2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82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2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② 结果采集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9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9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③ 双重评分 ·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16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16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④ 汇总得分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Agent 在 Docker 容器中隔离运行，独立执行任务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纯文本创作，无需联网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无外部依赖 / 无预置文件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environment = closed（可离线复现）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超时 300s 内产出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52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harness 采集运行产物与过程：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OpenClaw session → 归一化为 transcript 事件流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   (message / toolCall / toolResult)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新生成文件内容注入 transcript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产物落盘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workspace_path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评分只读这两个输入，对框架中立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0.6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文件 blog_post.md 是否存在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 450–550 → 1.0（区间打分）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标题 + 段落结构（≥3 段）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remote / developer 关键词命中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LLM 评判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质量30 · 结构25 · 写作20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词数15 · 完成度10（Rubric）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6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最终得分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score = 0.6 × 自动分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            + 0.4 × LLM 分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05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混合惩罚机制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自动分 &lt; 0.75 时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  → LLM 分被置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防止跳过任务 / 空文件刷分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(API 真实失败时豁免)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588000"/>
            <a:ext cx="11049000" cy="43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8500" y="5588000"/>
            <a:ext cx="107950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一张任务卡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= Prompt + Expected Behavior +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) + </a:t>
            </a:r>
            <a:r>
              <a:rPr sz="1200" b="1" dirty="0" smtClean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LLM</a:t>
            </a:r>
            <a:r>
              <a:rPr lang="zh-CN" altLang="en-US" sz="1200" b="1" dirty="0">
                <a:solidFill>
                  <a:srgbClr val="FFFFFF"/>
                </a:solidFill>
                <a:latin typeface="Segoe UI"/>
                <a:cs typeface="Segoe UI"/>
              </a:rPr>
              <a:t>评分细则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　｜　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评分仅依赖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transcript 与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workspace_path，对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Agent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框架保持中立</a:t>
            </a:r>
            <a:endParaRPr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06 </a:t>
            </a:r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/ </a:t>
            </a:r>
            <a:r>
              <a:rPr lang="en-US" sz="1050" dirty="0" smtClean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07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08 / 08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1857</Words>
  <Application>Microsoft Office PowerPoint</Application>
  <PresentationFormat>自定义</PresentationFormat>
  <Paragraphs>334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pawbench_v2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chinalife</cp:lastModifiedBy>
  <cp:revision>7</cp:revision>
  <dcterms:created xsi:type="dcterms:W3CDTF">2026-07-20T00:49:04Z</dcterms:created>
  <dcterms:modified xsi:type="dcterms:W3CDTF">2026-07-20T23:56:54Z</dcterms:modified>
  <cp:category/>
  <cp:contentStatus/>
  <dc:language/>
</cp:coreProperties>
</file>