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70" r:id="rId4"/>
    <p:sldId id="272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60" y="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关键差异：5.28 的 partialArgs 截断次数高达 2,160（4.14 仅 137，约 15.8 倍）；4.14 错误后能重试恢复 107 次，5.28 恢复 0 次。</a:t>
            </a:r>
          </a:p>
          <a:p>
            <a:r>
              <a:rPr lang="zh-CN" dirty="0"/>
              <a:t>• 根因：5.28 架构调整后，LLM 流截断的 tool call 不重试——官方 PR openclaw/openclaw #87571 确认这是已知架构缺陷（truncated tool call 落入 terminal error，不触发重试级联）。</a:t>
            </a:r>
          </a:p>
          <a:p>
            <a:r>
              <a:rPr lang="zh-CN" dirty="0"/>
              <a:t>• 错误类型：timed out / aborted / Context overflow 各约 30%，其中 Context overflow 在 4.14 从未出现。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  <p:extLst>
      <p:ext uri="{BB962C8B-B14F-4D97-AF65-F5344CB8AC3E}">
        <p14:creationId xmlns:p14="http://schemas.microsoft.com/office/powerpoint/2010/main" val="333318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E754-0B19-490E-A425-E11BEFCC960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25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SWE-bench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2450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Promptfoo / 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Agent 评测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04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816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协议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06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07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08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09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10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日常任务（下页对照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1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6367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11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4966" y="2226977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1200" dirty="0">
                  <a:solidFill>
                    <a:schemeClr val="dk2"/>
                  </a:solidFill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3862" y="2234875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3593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2952750" cy="895350"/>
            <a:chOff x="762000" y="4552950"/>
            <a:chExt cx="2952750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1712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输出流截断 15.8×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350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partialArgs 截断：137 → 2,160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架构调整后高频发生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2952750" cy="895350"/>
            <a:chOff x="3943350" y="4552950"/>
            <a:chExt cx="2952750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截断后不重试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4.14 重试至多 5 次成功恢复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2952750" cy="895350"/>
            <a:chOff x="762000" y="5581650"/>
            <a:chExt cx="2952750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错误类型三分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238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timed out / aborted / Context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overflow 各约 30%（4.14 未见）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2952750" cy="895350"/>
            <a:chOff x="3943350" y="5581650"/>
            <a:chExt cx="2952750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官方证据确认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openclaw/openclaw #87571 确认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截断 tool call 不重试的架构缺陷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8585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  <p:sp>
        <p:nvSpPr>
          <p:cNvPr id="58" name="TextBox 3">
            <a:extLst>
              <a:ext uri="{FF2B5EF4-FFF2-40B4-BE49-F238E27FC236}">
                <a16:creationId xmlns:a16="http://schemas.microsoft.com/office/drawing/2014/main" id="{E5FC3016-8D3A-0033-C9C7-45561B6ABCDF}"/>
              </a:ext>
            </a:extLst>
          </p:cNvPr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9" name="TextBox 4">
            <a:extLst>
              <a:ext uri="{FF2B5EF4-FFF2-40B4-BE49-F238E27FC236}">
                <a16:creationId xmlns:a16="http://schemas.microsoft.com/office/drawing/2014/main" id="{D3B8174C-E045-9A5F-C080-89EB1EF412D3}"/>
              </a:ext>
            </a:extLst>
          </p:cNvPr>
          <p:cNvSpPr txBox="1"/>
          <p:nvPr/>
        </p:nvSpPr>
        <p:spPr>
          <a:xfrm>
            <a:off x="556260" y="438150"/>
            <a:ext cx="5325176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评测：</a:t>
            </a:r>
            <a:r>
              <a:rPr lang="en-US" alt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Open Claw 4.14 vs 5.28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0" name="Rectangle 5">
            <a:extLst>
              <a:ext uri="{FF2B5EF4-FFF2-40B4-BE49-F238E27FC236}">
                <a16:creationId xmlns:a16="http://schemas.microsoft.com/office/drawing/2014/main" id="{A258290B-393D-1C5C-C83F-B9C03D4244EF}"/>
              </a:ext>
            </a:extLst>
          </p:cNvPr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3811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3412</Words>
  <Application>Microsoft Office PowerPoint</Application>
  <PresentationFormat>宽屏</PresentationFormat>
  <Paragraphs>519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Segoe UI</vt:lpstr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Administrator</cp:lastModifiedBy>
  <cp:revision>20</cp:revision>
  <dcterms:created xsi:type="dcterms:W3CDTF">2026-07-20T00:49:04Z</dcterms:created>
  <dcterms:modified xsi:type="dcterms:W3CDTF">2026-08-06T13:34:53Z</dcterms:modified>
  <dc:language/>
</cp:coreProperties>
</file>